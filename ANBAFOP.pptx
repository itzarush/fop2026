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  <p:embeddedFontLst>
    <p:embeddedFont>
      <p:font typeface="Open Sans" panose="020B0606030504020204" pitchFamily="34" charset="0"/>
      <p:regular r:id="rId14"/>
      <p:bold r:id="rId15"/>
      <p:italic r:id="rId16"/>
      <p:boldItalic r:id="rId17"/>
    </p:embeddedFont>
    <p:embeddedFont>
      <p:font typeface="PT Sans Narrow" panose="020B0506020203020204" pitchFamily="34" charset="0"/>
      <p:regular r:id="rId18"/>
      <p:bold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0E58279-607F-4E66-8EF9-94FA56D95C9D}" v="14" dt="2026-03-26T06:55:30.850"/>
  </p1510:revLst>
</p1510:revInfo>
</file>

<file path=ppt/tableStyles.xml><?xml version="1.0" encoding="utf-8"?>
<a:tblStyleLst xmlns:a="http://schemas.openxmlformats.org/drawingml/2006/main" def="{26AB36B5-FDD1-49DB-954E-CDDC2A254018}">
  <a:tblStyle styleId="{26AB36B5-FDD1-49DB-954E-CDDC2A25401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4" d="100"/>
          <a:sy n="134" d="100"/>
        </p:scale>
        <p:origin x="132" y="186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64" name="Google Shape;6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16163a43da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3" name="Google Shape;73;g216163a43da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216163a43da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79" name="Google Shape;79;g216163a43da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216163a43da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85" name="Google Shape;85;g216163a43da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6163a43d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1" name="Google Shape;91;g216163a43d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6163a43da_0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97" name="Google Shape;97;g216163a43da_0_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6163a43da_0_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03" name="Google Shape;103;g216163a43da_0_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16163a43da_0_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0" name="Google Shape;110;g216163a43da_0_9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216163a43da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16" name="Google Shape;116;g216163a43da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216163a43d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2" name="Google Shape;122;g216163a43d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216163a43da_0_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28" name="Google Shape;128;g216163a43da_0_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w="76200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w="76200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w="9525" cap="flat" cmpd="sng">
              <a:solidFill>
                <a:schemeClr val="accent3"/>
              </a:solidFill>
              <a:prstDash val="solid"/>
              <a:round/>
              <a:headEnd type="none" w="sm" len="sm"/>
              <a:tailEnd type="none" w="sm" len="sm"/>
            </a:ln>
          </p:spPr>
        </p:cxnSp>
      </p:grpSp>
      <p:sp>
        <p:nvSpPr>
          <p:cNvPr id="18" name="Google Shape;18;p2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subTitle" idx="1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body" idx="1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body" idx="2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6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sz="5400" b="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>
            <a:spLocks noGrp="1"/>
          </p:cNvSpPr>
          <p:nvPr>
            <p:ph type="body" idx="1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>
            <a:endParaRPr/>
          </a:p>
        </p:txBody>
      </p:sp>
      <p:sp>
        <p:nvSpPr>
          <p:cNvPr id="54" name="Google Shape;5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>
            <a:spLocks noGrp="1"/>
          </p:cNvSpPr>
          <p:nvPr>
            <p:ph type="body" idx="1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tropic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sz="3600" b="1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>
            <a:spLocks noGrp="1"/>
          </p:cNvSpPr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SocialSync</a:t>
            </a:r>
            <a:endParaRPr sz="1800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/>
              <a:t>(Batch – C1 )</a:t>
            </a:r>
            <a:endParaRPr sz="1800" dirty="0"/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1807370" y="2774164"/>
            <a:ext cx="3257550" cy="132297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:Team Members: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Arush Wagh- 1262251654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Bhoomi Kolte - 1262252438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/>
              <a:t>Anvi Bagora – 1262251629</a:t>
            </a:r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Nishita Sethiya- 1262251873</a:t>
            </a:r>
            <a:endParaRPr sz="15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dirty="0"/>
              <a:t>Aditya patange-1262250225</a:t>
            </a:r>
            <a:endParaRPr sz="1500" dirty="0"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4705025" y="2850050"/>
            <a:ext cx="2434800" cy="11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:Guided By:</a:t>
            </a:r>
            <a:endParaRPr sz="1600" dirty="0"/>
          </a:p>
          <a:p>
            <a:pPr marL="0" lvl="0" indent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dirty="0"/>
              <a:t>Dr. Renuka Amit Mane</a:t>
            </a:r>
            <a:endParaRPr sz="1600" dirty="0"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0775" y="58450"/>
            <a:ext cx="2774523" cy="856226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13"/>
          <p:cNvSpPr txBox="1"/>
          <p:nvPr/>
        </p:nvSpPr>
        <p:spPr>
          <a:xfrm>
            <a:off x="199150" y="1180575"/>
            <a:ext cx="8474700" cy="9232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ctr"/>
            <a:r>
              <a:rPr lang="en-IN" sz="2400" b="1" dirty="0">
                <a:solidFill>
                  <a:srgbClr val="0070C0"/>
                </a:solidFill>
              </a:rPr>
              <a:t>Foundations of Programming-CSE10010</a:t>
            </a:r>
            <a:endParaRPr lang="en-US" sz="2400" b="1" dirty="0">
              <a:solidFill>
                <a:srgbClr val="0070C0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 dirty="0">
                <a:solidFill>
                  <a:srgbClr val="0070C0"/>
                </a:solidFill>
                <a:latin typeface="PT Sans Narrow"/>
                <a:ea typeface="PT Sans Narrow"/>
                <a:cs typeface="PT Sans Narrow"/>
                <a:sym typeface="PT Sans Narrow"/>
              </a:rPr>
              <a:t> Mini Project Presentation 2025-26</a:t>
            </a:r>
            <a:endParaRPr sz="2400">
              <a:solidFill>
                <a:srgbClr val="0070C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</a:t>
            </a:r>
            <a:endParaRPr/>
          </a:p>
        </p:txBody>
      </p:sp>
      <p:sp>
        <p:nvSpPr>
          <p:cNvPr id="76" name="Google Shape;76;p14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Introduction and Motivation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Problem Statement and Objectives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Individual Contribution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Summary of Literature Survey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Proposed System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Hardware and Software Requirements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Implementation and Experimental Setup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and Conclusions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References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 and Motivation</a:t>
            </a: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Project Goal: Helping students build real friendships through tailored group experiences.  </a:t>
            </a:r>
          </a:p>
          <a:p>
            <a:r>
              <a:rPr lang="en-US" dirty="0"/>
              <a:t>Motivation: Existing apps focus heavily on online chatting but rarely lead to real-life friendships.  </a:t>
            </a:r>
          </a:p>
          <a:p>
            <a:r>
              <a:rPr lang="en-US" dirty="0"/>
              <a:t>Innovation: Combines psychology, behavioral science, and technology to focus on real-world interaction.  </a:t>
            </a:r>
          </a:p>
          <a:p>
            <a:r>
              <a:rPr lang="en-US" dirty="0"/>
              <a:t>Engagement: Uses range-based personality mapping to improve user comfort and social engagement.  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 and Objectives</a:t>
            </a:r>
            <a:endParaRPr/>
          </a:p>
        </p:txBody>
      </p:sp>
      <p:sp>
        <p:nvSpPr>
          <p:cNvPr id="88" name="Google Shape;88;p16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r>
              <a:rPr lang="en-US" dirty="0"/>
              <a:t>Problem Statement: Many students struggle to make meaningful connections on campus due to social anxiety and staying within comfort zones.  </a:t>
            </a:r>
          </a:p>
          <a:p>
            <a:r>
              <a:rPr lang="en-US" dirty="0"/>
              <a:t>Objectives:</a:t>
            </a:r>
          </a:p>
          <a:p>
            <a:r>
              <a:rPr lang="en-US" dirty="0"/>
              <a:t>To create a personality-based system that groups students for tailored social experiences.  </a:t>
            </a:r>
          </a:p>
          <a:p>
            <a:r>
              <a:rPr lang="en-US" dirty="0"/>
              <a:t>To design fun group activities based on personality rather than direct matching.  </a:t>
            </a:r>
          </a:p>
          <a:p>
            <a:r>
              <a:rPr lang="en-US" dirty="0"/>
              <a:t>To reduce social anxiety by creating environments where friendships grow naturally.  </a:t>
            </a:r>
          </a:p>
          <a:p>
            <a:pPr marL="114300" indent="0">
              <a:buNone/>
            </a:pP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-IN" dirty="0"/>
              <a:t>Individual Contribution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F2A44C-D7C4-AE2D-4770-0806FD5427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43999" y="5143498"/>
            <a:ext cx="478631" cy="628651"/>
          </a:xfrm>
        </p:spPr>
        <p:txBody>
          <a:bodyPr/>
          <a:lstStyle/>
          <a:p>
            <a:pPr marL="114300" indent="0">
              <a:buNone/>
            </a:pPr>
            <a:endParaRPr lang="en-IN" dirty="0"/>
          </a:p>
        </p:txBody>
      </p:sp>
      <p:graphicFrame>
        <p:nvGraphicFramePr>
          <p:cNvPr id="94" name="Google Shape;94;p17"/>
          <p:cNvGraphicFramePr/>
          <p:nvPr>
            <p:extLst>
              <p:ext uri="{D42A27DB-BD31-4B8C-83A1-F6EECF244321}">
                <p14:modId xmlns:p14="http://schemas.microsoft.com/office/powerpoint/2010/main" val="2586792118"/>
              </p:ext>
            </p:extLst>
          </p:nvPr>
        </p:nvGraphicFramePr>
        <p:xfrm>
          <a:off x="952500" y="1619250"/>
          <a:ext cx="6058188" cy="280398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312658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316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Name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Work</a:t>
                      </a:r>
                      <a:endParaRPr b="1"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/>
                        <a:t>(Report/Presentation/Algorithm Design/Implementation) </a:t>
                      </a:r>
                      <a:endParaRPr b="1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     Arush Wagh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Algorithm, Design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   Anvi </a:t>
                      </a:r>
                      <a:r>
                        <a:rPr lang="en-US" dirty="0" err="1"/>
                        <a:t>Bagora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Report, implementation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Bhoomi Kolte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Design, presentation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 Nishita Sethiya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Report, presentation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       Aditya </a:t>
                      </a:r>
                      <a:r>
                        <a:rPr lang="en-US" dirty="0" err="1"/>
                        <a:t>Patange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            </a:t>
                      </a:r>
                      <a:r>
                        <a:rPr lang="en-US" dirty="0" err="1"/>
                        <a:t>implementation,Algorithm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369390388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Literature Survey</a:t>
            </a:r>
            <a:endParaRPr/>
          </a:p>
        </p:txBody>
      </p:sp>
      <p:graphicFrame>
        <p:nvGraphicFramePr>
          <p:cNvPr id="100" name="Google Shape;100;p18"/>
          <p:cNvGraphicFramePr/>
          <p:nvPr>
            <p:extLst>
              <p:ext uri="{D42A27DB-BD31-4B8C-83A1-F6EECF244321}">
                <p14:modId xmlns:p14="http://schemas.microsoft.com/office/powerpoint/2010/main" val="2441300886"/>
              </p:ext>
            </p:extLst>
          </p:nvPr>
        </p:nvGraphicFramePr>
        <p:xfrm>
          <a:off x="952500" y="2000250"/>
          <a:ext cx="7879800" cy="246879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1969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99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5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Paper Ref.</a:t>
                      </a:r>
                      <a:endParaRPr/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(as per order of references)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Title of Paper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Method Used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How is it useful for your project</a:t>
                      </a:r>
                      <a:endParaRPr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Ref[1]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Behavioral Science in Social apps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dirty="0"/>
                        <a:t>Psychological Profiling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Helps define the four personality dimensions (social energy , activity level)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/>
                        <a:t>Ref[2]</a:t>
                      </a:r>
                      <a:endParaRPr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Real-time grouping algorithms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Dynamic Sorting</a:t>
                      </a:r>
                      <a:endParaRPr sz="1200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dirty="0"/>
                        <a:t>Provides a basis for the backend real-time grouping system</a:t>
                      </a:r>
                      <a:endParaRPr sz="1200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System</a:t>
            </a:r>
            <a:endParaRPr/>
          </a:p>
        </p:txBody>
      </p:sp>
      <p:sp>
        <p:nvSpPr>
          <p:cNvPr id="106" name="Google Shape;106;p19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0000" lnSpcReduction="20000"/>
          </a:bodyPr>
          <a:lstStyle/>
          <a:p>
            <a:pPr marL="114300" indent="0">
              <a:buNone/>
            </a:pPr>
            <a:r>
              <a:rPr lang="en-IN" dirty="0"/>
              <a:t>Detailed Description</a:t>
            </a:r>
            <a:endParaRPr lang="en" dirty="0"/>
          </a:p>
          <a:p>
            <a:pPr marL="114300" indent="0">
              <a:buNone/>
            </a:pPr>
            <a:endParaRPr lang="en" dirty="0"/>
          </a:p>
          <a:p>
            <a:pPr marL="114300" indent="0">
              <a:buNone/>
            </a:pPr>
            <a:r>
              <a:rPr lang="en" dirty="0"/>
              <a:t>Detailed De</a:t>
            </a:r>
            <a:r>
              <a:rPr lang="en-US" dirty="0"/>
              <a:t>A system where students answer range-based (1-10) personality questions to be classified into real-time groups.  </a:t>
            </a:r>
          </a:p>
          <a:p>
            <a:r>
              <a:rPr lang="en-US" dirty="0"/>
              <a:t>Personalized Interaction:</a:t>
            </a:r>
          </a:p>
          <a:p>
            <a:r>
              <a:rPr lang="en-US" dirty="0"/>
              <a:t>Introverts: Puzzles and deep conversations.  </a:t>
            </a:r>
          </a:p>
          <a:p>
            <a:r>
              <a:rPr lang="en-US" dirty="0"/>
              <a:t>Extroverts: Energetic and fun games.  </a:t>
            </a:r>
          </a:p>
          <a:p>
            <a:r>
              <a:rPr lang="en-US" dirty="0"/>
              <a:t>Creative: Design and storytelling.  </a:t>
            </a:r>
          </a:p>
          <a:p>
            <a:r>
              <a:rPr lang="en-US" dirty="0"/>
              <a:t>Competitive: Quizzes and challenges.  </a:t>
            </a:r>
          </a:p>
          <a:p>
            <a:r>
              <a:rPr lang="en-US" dirty="0"/>
              <a:t>Group Dynamics: Features "soft mixing" where existing friend groups can stay together while meeting strangers.  </a:t>
            </a:r>
          </a:p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scription</a:t>
            </a:r>
            <a:endParaRPr dirty="0"/>
          </a:p>
        </p:txBody>
      </p:sp>
      <p:sp>
        <p:nvSpPr>
          <p:cNvPr id="107" name="Google Shape;107;p19"/>
          <p:cNvSpPr txBox="1">
            <a:spLocks noGrp="1"/>
          </p:cNvSpPr>
          <p:nvPr>
            <p:ph type="body" idx="1"/>
          </p:nvPr>
        </p:nvSpPr>
        <p:spPr>
          <a:xfrm>
            <a:off x="4637350" y="1266325"/>
            <a:ext cx="42603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Flowchart/ System Design</a:t>
            </a:r>
          </a:p>
          <a:p>
            <a:pPr marL="114300" indent="0">
              <a:buNone/>
            </a:pPr>
            <a:endParaRPr lang="en-US" dirty="0"/>
          </a:p>
          <a:p>
            <a:r>
              <a:rPr lang="en-US" dirty="0"/>
              <a:t>Step 1: Users scan the website QR code.  </a:t>
            </a:r>
          </a:p>
          <a:p>
            <a:r>
              <a:rPr lang="en-US" dirty="0"/>
              <a:t>Step 2: Fill out personality-based range questions.  </a:t>
            </a:r>
          </a:p>
          <a:p>
            <a:r>
              <a:rPr lang="en-US" dirty="0"/>
              <a:t>Step 3: Backend (Python) processes personality data.  </a:t>
            </a:r>
          </a:p>
          <a:p>
            <a:r>
              <a:rPr lang="en-US" dirty="0"/>
              <a:t>Step 4: System groups users and assigns tailored activities.  </a:t>
            </a:r>
          </a:p>
          <a:p>
            <a:r>
              <a:rPr lang="en-US" dirty="0"/>
              <a:t>Step 5: Real-time display of groups and assignments. 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Hardware and Software Requirements</a:t>
            </a:r>
            <a:endParaRPr/>
          </a:p>
        </p:txBody>
      </p:sp>
      <p:graphicFrame>
        <p:nvGraphicFramePr>
          <p:cNvPr id="113" name="Google Shape;113;p20"/>
          <p:cNvGraphicFramePr/>
          <p:nvPr>
            <p:extLst>
              <p:ext uri="{D42A27DB-BD31-4B8C-83A1-F6EECF244321}">
                <p14:modId xmlns:p14="http://schemas.microsoft.com/office/powerpoint/2010/main" val="908292588"/>
              </p:ext>
            </p:extLst>
          </p:nvPr>
        </p:nvGraphicFramePr>
        <p:xfrm>
          <a:off x="894075" y="1297825"/>
          <a:ext cx="7239000" cy="2011560"/>
        </p:xfrm>
        <a:graphic>
          <a:graphicData uri="http://schemas.openxmlformats.org/drawingml/2006/table">
            <a:tbl>
              <a:tblPr>
                <a:noFill/>
                <a:tableStyleId>{26AB36B5-FDD1-49DB-954E-CDDC2A254018}</a:tableStyleId>
              </a:tblPr>
              <a:tblGrid>
                <a:gridCol w="241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2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Software</a:t>
                      </a:r>
                      <a:endParaRPr b="1"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 dirty="0"/>
                        <a:t>Justification w.r.t project</a:t>
                      </a:r>
                      <a:endParaRPr b="1"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Frontend:  HTML, CSS. JavaScript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Building the user interface for QR scanning and question forms.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Backend: Python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Processing personality data and executing grouping algorithms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Database: CSV or SQL</a:t>
                      </a:r>
                      <a:endParaRPr dirty="0"/>
                    </a:p>
                  </a:txBody>
                  <a:tcPr marL="91425" marR="91425" marT="91425" marB="91425"/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dirty="0"/>
                        <a:t>Sorting student responses and group assignments</a:t>
                      </a:r>
                      <a:endParaRPr dirty="0"/>
                    </a:p>
                  </a:txBody>
                  <a:tcPr marL="91425" marR="91425" marT="91425" marB="914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Implementation and Experimental Setup</a:t>
            </a:r>
            <a:endParaRPr/>
          </a:p>
        </p:txBody>
      </p:sp>
      <p:sp>
        <p:nvSpPr>
          <p:cNvPr id="119" name="Google Shape;119;p21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2913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Measurement: All personality dimensions (Social Energy, Activity Level, Creativity, Competitiveness) are measured on a 1-10 scale.  </a:t>
            </a:r>
          </a:p>
          <a:p>
            <a:r>
              <a:rPr lang="en-US" dirty="0"/>
              <a:t>Real-time Processing: The system is designed to be simple and scalable for campus environments.  </a:t>
            </a:r>
          </a:p>
          <a:p>
            <a:r>
              <a:rPr lang="en-US" dirty="0"/>
              <a:t>User Interface: Accessible via QR code for immediate on-site participation.  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Results and Conclusion</a:t>
            </a:r>
            <a:endParaRPr/>
          </a:p>
        </p:txBody>
      </p:sp>
      <p:sp>
        <p:nvSpPr>
          <p:cNvPr id="125" name="Google Shape;125;p22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r>
              <a:rPr lang="en-US" dirty="0"/>
              <a:t>Results: The system effectively reduces hesitation to approach strangers and creates adaptive social environments.  </a:t>
            </a:r>
          </a:p>
          <a:p>
            <a:r>
              <a:rPr lang="en-US" dirty="0"/>
              <a:t>Future Scope: Plans for AI-based personality analysis, a dedicated mobile app, and event recommendations.  </a:t>
            </a:r>
          </a:p>
          <a:p>
            <a:r>
              <a:rPr lang="en-US" dirty="0"/>
              <a:t>Conclusion: </a:t>
            </a:r>
            <a:r>
              <a:rPr lang="en-US" dirty="0" err="1"/>
              <a:t>SocialSync</a:t>
            </a:r>
            <a:r>
              <a:rPr lang="en-US" dirty="0"/>
              <a:t> creates meaningful interactions by designing environments where friendships grow naturally, ultimately improving campus life.  </a:t>
            </a:r>
            <a:br>
              <a:rPr lang="en-US" dirty="0"/>
            </a:br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31" name="Google Shape;131;p23"/>
          <p:cNvSpPr txBox="1">
            <a:spLocks noGrp="1"/>
          </p:cNvSpPr>
          <p:nvPr>
            <p:ph type="body" idx="1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Ref[1] – </a:t>
            </a:r>
            <a:r>
              <a:rPr lang="en" i="1" dirty="0"/>
              <a:t>F</a:t>
            </a:r>
            <a:r>
              <a:rPr lang="en-IN" i="1" dirty="0"/>
              <a:t>o</a:t>
            </a:r>
            <a:r>
              <a:rPr lang="en" i="1" dirty="0"/>
              <a:t>undation of Personality and behavioural science. </a:t>
            </a:r>
            <a:r>
              <a:rPr lang="en" dirty="0"/>
              <a:t>This source provides the theoretical bases for using personality dimensions.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Ref[2] – </a:t>
            </a:r>
            <a:r>
              <a:rPr lang="en" i="1" dirty="0"/>
              <a:t>Real-time Data Procssing with Python and SQL.</a:t>
            </a:r>
            <a:r>
              <a:rPr lang="en" dirty="0"/>
              <a:t> This reference supports the techniqal implementation of the backend system and database management.</a:t>
            </a: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 dirty="0"/>
              <a:t>Ref[3] – </a:t>
            </a:r>
            <a:r>
              <a:rPr lang="en" i="1" dirty="0"/>
              <a:t>Adaptive Social Environments for Reducing Social Anxity.</a:t>
            </a:r>
            <a:r>
              <a:rPr lang="en" dirty="0"/>
              <a:t> This research explains how tailored group activities help users move beyond th</a:t>
            </a:r>
            <a:r>
              <a:rPr lang="en-IN" dirty="0"/>
              <a:t>ei</a:t>
            </a:r>
            <a:r>
              <a:rPr lang="en" dirty="0"/>
              <a:t>r comfort zones.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693</Words>
  <Application>Microsoft Office PowerPoint</Application>
  <PresentationFormat>On-screen Show (16:9)</PresentationFormat>
  <Paragraphs>101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PT Sans Narrow</vt:lpstr>
      <vt:lpstr>Arial</vt:lpstr>
      <vt:lpstr>Open Sans</vt:lpstr>
      <vt:lpstr>Tropic</vt:lpstr>
      <vt:lpstr>SocialSync (Batch – C1 )</vt:lpstr>
      <vt:lpstr>Content</vt:lpstr>
      <vt:lpstr>Introduction and Motivation</vt:lpstr>
      <vt:lpstr>Problem Statement and Objectives</vt:lpstr>
      <vt:lpstr>Individual Contribution</vt:lpstr>
      <vt:lpstr>Summary of Literature Survey</vt:lpstr>
      <vt:lpstr>Proposed System</vt:lpstr>
      <vt:lpstr>Hardware and Software Requirements</vt:lpstr>
      <vt:lpstr>Implementation and Experimental Setup</vt:lpstr>
      <vt:lpstr>Results and 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Mini Project Title  (Batch-Group Number [E.g. E2-4])</dc:title>
  <cp:lastModifiedBy>Nishita Sethiya</cp:lastModifiedBy>
  <cp:revision>3</cp:revision>
  <dcterms:modified xsi:type="dcterms:W3CDTF">2026-03-26T06:56:30Z</dcterms:modified>
</cp:coreProperties>
</file>